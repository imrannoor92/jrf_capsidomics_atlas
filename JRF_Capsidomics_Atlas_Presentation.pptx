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JRF Capsidomics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 Curated Map of Jelly-Roll Fold Proteins</a:t>
            </a:r>
            <a:br/>
            <a:r>
              <a:t>in Viral Capsids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Project Plan &amp;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Background: The Jelly-Roll Fold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22860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Single Jelly-Roll (SJR)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8-stranded β-barrel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Tangential orientation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ssDNA &amp; ssRNA viruses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T=1, T=3, pseudo-T=3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931920" cy="228600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Double Jelly-Roll (DJR)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Tandem fused β-barrels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Perpendicular orientation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dsDNA viruses (PRD1-Adeno)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T=25 to T&gt;100 (giant viruses)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Key Insight: The jelly-roll fold is the most widespread capsid architecture in the virosphere, spanning all Baltimore classes and host domains.</a:t>
            </a:r>
          </a:p>
          <a:p>
            <a:br/>
            <a:r>
              <a:t>• Found in parvoviruses, picornaviruses, adenoviruses, and giant viruses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• DJR likely arose from SJR gene duplication (ancient evolutionary event)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F7A"/>
                </a:solidFill>
              </a:defRPr>
            </a:pPr>
            <a:r>
              <a:t>Master Database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Create jrf_capsidomics_master.csv with comprehensive annotations for all JRF-containing viral proteins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F7A"/>
                </a:solidFill>
              </a:defRPr>
            </a:pPr>
            <a:r>
              <a:t>High-Confidence Subset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Curate a validated subset with structural evidence for reliable analysis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F7A"/>
                </a:solidFill>
              </a:defRPr>
            </a:pPr>
            <a:r>
              <a:t>McKenna-Style Atlas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Generate summary tables and figures showing JRF distribution across viral families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4348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F7A"/>
                </a:solidFill>
              </a:defRPr>
            </a:pPr>
            <a:r>
              <a:t>Aguilar-Style Evolution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Build structural similarity networks and PFAM co-occurrence analysis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394960"/>
            <a:ext cx="457200" cy="457200"/>
          </a:xfrm>
          <a:prstGeom prst="ellipse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5440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F7A"/>
                </a:solidFill>
              </a:defRPr>
            </a:pPr>
            <a:r>
              <a:t>Evolutionary Schematic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Propose SJR→DJR transitions and neofunctionalization pathways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Methodology: 6-Phase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88720" cy="7315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Seed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Literature-grounded gold standard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1188720" cy="7315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488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PFAM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Domain identification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828800"/>
            <a:ext cx="1188720" cy="731520"/>
          </a:xfrm>
          <a:prstGeom prst="roundRect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1920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488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Database-wide protein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657600"/>
            <a:ext cx="1188720" cy="731520"/>
          </a:xfrm>
          <a:prstGeom prst="roundRect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374903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97763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Annotation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4805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McKenna-style capsidomics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657600"/>
            <a:ext cx="1188720" cy="73152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74903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97763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805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Aguilar-style evolution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1188720" cy="73152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7763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" y="448055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Figures &amp; summary tables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737360" y="2057400"/>
            <a:ext cx="731520" cy="27432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4480559" y="2057400"/>
            <a:ext cx="731520" cy="274320"/>
          </a:xfrm>
          <a:prstGeom prst="righ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wn Arrow 29"/>
          <p:cNvSpPr/>
          <p:nvPr/>
        </p:nvSpPr>
        <p:spPr>
          <a:xfrm>
            <a:off x="6400800" y="3040379"/>
            <a:ext cx="274320" cy="548640"/>
          </a:xfrm>
          <a:prstGeom prst="down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Left Arrow 30"/>
          <p:cNvSpPr/>
          <p:nvPr/>
        </p:nvSpPr>
        <p:spPr>
          <a:xfrm>
            <a:off x="4480559" y="3886200"/>
            <a:ext cx="731520" cy="274320"/>
          </a:xfrm>
          <a:prstGeom prst="lef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Left Arrow 31"/>
          <p:cNvSpPr/>
          <p:nvPr/>
        </p:nvSpPr>
        <p:spPr>
          <a:xfrm>
            <a:off x="1737360" y="3886200"/>
            <a:ext cx="731520" cy="274320"/>
          </a:xfrm>
          <a:prstGeom prst="leftArrow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1-2: Building the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4206240" cy="3200400"/>
          </a:xfrm>
          <a:prstGeom prst="roundRect">
            <a:avLst/>
          </a:prstGeom>
          <a:solidFill>
            <a:srgbClr val="EBF5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F7A"/>
                </a:solidFill>
              </a:defRPr>
            </a:pPr>
            <a:r>
              <a:t>Phase 1: Gold-Standard Seed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✓ 30 confirmed JRF capsid proteins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Spans all genome types: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ssDNA: AAV, CPV, PCV2, Geminiviruses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ssRNA: Picorna, Noda, Tombus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dsDNA: Adenovirus, PRD1, NCLDVs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Includes non-capsid JRF proteins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All have PDB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4206240" cy="3200400"/>
          </a:xfrm>
          <a:prstGeom prst="roundRect">
            <a:avLst/>
          </a:prstGeom>
          <a:solidFill>
            <a:srgbClr val="FDED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Phase 2: PFAM Domain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✓ 19 curated JRF PFAM domains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Classification by fold type: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SJR capsid: PF00740, PF00729...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DJR capsid: PF00608, PF04451...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 • JRF-derived: PF01107 (30K)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Maps seed → PFAM associations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Enables systematic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9CDB"/>
                </a:solidFill>
              </a:defRPr>
            </a:pPr>
            <a:r>
              <a:t>Outputs: jrf_seed_set.csv • jrf_pfam_master.csv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3-4: Database Expansion &amp;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F7A"/>
                </a:solidFill>
              </a:defRPr>
            </a:pPr>
            <a:r>
              <a:t>Phase 3: PFAM → All Viral Proteins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Query InterPro/UniProt for each PFAM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Filter to virus taxonomy (ID: 10239)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Collect metadata: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- Accession, organism, taxonomy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- Protein length, domain boundaries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Clean: remove fragments, deduplicate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Phase 4: McKenna-Style Annotation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Add capsidomics fields: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- capsid_role (MCP/minor/spike)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- architecture_class (SJR/DJR)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- t_number (T=1, T=3, pseudo-T=3...)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  - virion_morphology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Apply evidence rules → confidence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Master Database Schema (key columns)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9CDB"/>
                </a:solidFill>
                <a:latin typeface="Courier New"/>
              </a:defRPr>
            </a:pPr>
            <a:r>
              <a:t>protein_id | organism | family | capsid_role | architecture | t_number | genome_type | evidence_level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9CDB"/>
                </a:solidFill>
              </a:defRPr>
            </a:pPr>
            <a:r>
              <a:t>Output: jrf_capsidomics_master.csv • jrf_high_confidence.csv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5: Aguilar-Style Structural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743200" cy="45720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Structural Similarity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743200" cy="2011680"/>
          </a:xfrm>
          <a:prstGeom prst="rect">
            <a:avLst/>
          </a:prstGeom>
          <a:solidFill>
            <a:srgbClr val="F8F9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16 representative structures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TM-align pairwise comparison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Similarity matrix &amp; heatmap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Hierarchical clustering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371600"/>
            <a:ext cx="2743200" cy="457200"/>
          </a:xfrm>
          <a:prstGeom prst="rect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PFAM Co-occurrence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828800"/>
            <a:ext cx="2743200" cy="2011680"/>
          </a:xfrm>
          <a:prstGeom prst="rect">
            <a:avLst/>
          </a:prstGeom>
          <a:solidFill>
            <a:srgbClr val="F8F9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9202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Network: nodes = PFAMs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Edges = co-occurrence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Identify hybrid architectures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Domain combination patterns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Evolutionary Inference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828800"/>
            <a:ext cx="2743200" cy="2011680"/>
          </a:xfrm>
          <a:prstGeom prst="rect">
            <a:avLst/>
          </a:prstGeom>
          <a:solidFill>
            <a:srgbClr val="F8F9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• SJR → DJR duplication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PRD1-Adeno-NCLDV lineage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Neofunctionalization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• T-number expansion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8229600" cy="1188720"/>
          </a:xfrm>
          <a:prstGeom prst="roundRect">
            <a:avLst/>
          </a:prstGeom>
          <a:solidFill>
            <a:srgbClr val="FCF3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Key Evolutionary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The DJR fold arose from SJR gene duplication, enabling larger capsid sizes (T=25+). This lineage shows vertical inheritance: Bacteria (PRD1) → Archaea (STIV) → Eukarya (Adenovirus, NCLDVs)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6: Visualization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5F7A"/>
                </a:solidFill>
              </a:defRPr>
            </a:pPr>
            <a:r>
              <a:t>📊 Generated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Architecture distribution (SJR vs DJR)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Genome type distribution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T-number distribution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Genome × Architecture heatmap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Top virus families chart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Structural similarity heatmap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Hierarchical clustering dendrogram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📋 Summary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Family overview (counts, structures)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Architecture summary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Genome × Architecture matrix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PFAM co-occurrence network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Evolutionary transitions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Final summary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8229600" cy="1097280"/>
          </a:xfrm>
          <a:prstGeom prst="roundRect">
            <a:avLst/>
          </a:prstGeom>
          <a:solidFill>
            <a:srgbClr val="1A5F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🎯 Primary Deliverable: jrf_capsidomics_master.csv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 comprehensive, annotated database of all JRF-containing viral proteins with structural and evolutionary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325880" cy="7315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Seed set &amp; PFAM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2286000"/>
            <a:ext cx="1325880" cy="731520"/>
          </a:xfrm>
          <a:prstGeom prst="roundRect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19" y="192024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Week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42316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79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Database expansion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286000"/>
            <a:ext cx="1325880" cy="731520"/>
          </a:xfrm>
          <a:prstGeom prst="roundRect">
            <a:avLst/>
          </a:prstGeom>
          <a:solidFill>
            <a:srgbClr val="2D9C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92024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2316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Capsidomics annotation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286000"/>
            <a:ext cx="1325880" cy="73152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192024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42316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Structural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286000"/>
            <a:ext cx="1325880" cy="73152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Week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42316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Visualization &amp; synthesis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2286000"/>
            <a:ext cx="1325880" cy="731520"/>
          </a:xfrm>
          <a:prstGeom prst="roundRect">
            <a:avLst/>
          </a:prstGeom>
          <a:solidFill>
            <a:srgbClr val="1A5F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43800" y="192024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Week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42316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0896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Validation &amp; manuscript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5F7A"/>
                </a:solidFill>
              </a:defRPr>
            </a:pPr>
            <a:r>
              <a:t>Key Milestones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✓ Week 2: Complete database expansion (10,000+ proteins)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Week 4: Structural similarity matrix and clustering complete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Week 5: All figures and summary tables generated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✓ Week 6: Manuscript-ready atlas and evolutionary schematic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F7A"/>
                </a:solidFill>
              </a:defRPr>
            </a:pPr>
            <a:r>
              <a:t>What We're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📊 Comprehensive JRF protein database spanning all viral families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🔬 McKenna-style capsidomics annotations (role, T-number, morphology)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🧬 Aguilar-style evolutionary analysis (structure &gt; sequence)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📈 Publication-ready figures and summary tables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🔄 Reproducible Python pipeline for future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828800"/>
          </a:xfrm>
          <a:prstGeom prst="roundRect">
            <a:avLst/>
          </a:prstGeom>
          <a:solidFill>
            <a:srgbClr val="E8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5F7A"/>
                </a:solidFill>
              </a:defRPr>
            </a:pPr>
            <a:r>
              <a:t>Expected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Resource for viral capsid engineering (AAV, Adeno vectors)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Framework for understanding capsid evolution across the virosphere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Foundation for structure-based classification of new viral isolates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• Template for similar capsidomics projects (other fold families)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github.com/ImranNoor92/JRF_Capsidomics_Atlas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937</Words>
  <Application>Microsoft Macintosh PowerPoint</Application>
  <PresentationFormat>On-screen Show (4:3)</PresentationFormat>
  <Paragraphs>163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Noor, Md Imran</cp:lastModifiedBy>
  <cp:revision>2</cp:revision>
  <dcterms:created xsi:type="dcterms:W3CDTF">2013-01-27T09:14:16Z</dcterms:created>
  <dcterms:modified xsi:type="dcterms:W3CDTF">2026-02-17T18:05:50Z</dcterms:modified>
  <cp:category/>
</cp:coreProperties>
</file>